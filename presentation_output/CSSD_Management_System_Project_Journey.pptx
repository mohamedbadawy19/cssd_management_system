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overall project promise: a hospital CSSD workflow moved from manual tracking to a traceable digital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emphasizing that the system demonstrates requirements, architecture, development, testing, and release planning as one complete project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-457200"/>
            <a:ext cx="4206240" cy="4206240"/>
          </a:xfrm>
          <a:prstGeom prst="arc">
            <a:avLst/>
          </a:prstGeom>
          <a:noFill/>
          <a:ln w="88900">
            <a:solidFill>
              <a:srgbClr val="2DD4BF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CSSD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370832" y="1170432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4425696" y="277977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C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Sterile Services Department workflow platform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25696" y="3401568"/>
            <a:ext cx="6172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FD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role-based system for instrument requests, sterilization stages, inventory alerts, reports, and audit history.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25696" y="4736592"/>
            <a:ext cx="1691640" cy="292608"/>
          </a:xfrm>
          <a:prstGeom prst="roundRect">
            <a:avLst>
              <a:gd name="adj" fmla="val 31250"/>
            </a:avLst>
          </a:prstGeom>
          <a:solidFill>
            <a:srgbClr val="183B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4805172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Engineering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72784" y="4736592"/>
            <a:ext cx="868680" cy="292608"/>
          </a:xfrm>
          <a:prstGeom prst="roundRect">
            <a:avLst>
              <a:gd name="adj" fmla="val 31250"/>
            </a:avLst>
          </a:prstGeom>
          <a:solidFill>
            <a:srgbClr val="183B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4805172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5440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8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placeholder: home page or login selection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and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is visibility across a critical hospital workflow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focuses on the path from nurse request to sterile instrument delivery.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Hospitals need a reliable way to know where each surgical instrument request stands, who handled it, and what still needs to happen.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8368" y="3154680"/>
            <a:ext cx="539496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tracking makes request status hard to verify.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Nurses need visibility without calling CSSD repeatedly.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staff need a structured processing queue.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administrators need reporting and audit visibility.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responsibility can create delays and missed updates.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12280" y="1737360"/>
            <a:ext cx="4434840" cy="3063240"/>
          </a:xfrm>
          <a:prstGeom prst="roundRect">
            <a:avLst>
              <a:gd name="adj" fmla="val 238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30495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screenshot: home/login page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12280" y="5074920"/>
            <a:ext cx="4434840" cy="64008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53400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idea: connect nurses, CSSD technicians, and hospital administrators in one digital workflow.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goal: a working end-to-end CSSD prototype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release prioritized core workflow coverage over unfinished feature breadth.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828800"/>
            <a:ext cx="73152" cy="1133856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99339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Digitize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23317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the instrument lifecycle into one traceable system.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407408" y="1828800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07408" y="1828800"/>
            <a:ext cx="73152" cy="11338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99339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roles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08576" y="23317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nurses, CSSD technicians, and admins role-specific views.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156448" y="1828800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56448" y="1828800"/>
            <a:ext cx="73152" cy="11338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199339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57616" y="23317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pages and actions with role-based permissions.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58368" y="3429000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3429000"/>
            <a:ext cx="73152" cy="11338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359359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stages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39319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every request through the sterilization pipeline.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407408" y="3429000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07408" y="3429000"/>
            <a:ext cx="73152" cy="1133856"/>
          </a:xfrm>
          <a:prstGeom prst="rect">
            <a:avLst/>
          </a:prstGeom>
          <a:solidFill>
            <a:srgbClr val="08756D"/>
          </a:solidFill>
          <a:ln w="12700">
            <a:solidFill>
              <a:srgbClr val="0875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359359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 oversight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08576" y="39319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alerts, reports, notifications, and audit history.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156448" y="3429000"/>
            <a:ext cx="32461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56448" y="3429000"/>
            <a:ext cx="73152" cy="1133856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57616" y="359359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 stability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57616" y="39319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tested academic prototype by semester end.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3703320" y="5193792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533095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screenshot: dashboard overview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system needed to 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were split between functional hospital workflow behavior and non-functional quality expectations.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REQUIREMENTS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2029968"/>
            <a:ext cx="52120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Nurse and staff login flows.</a:t>
            </a:r>
            <a:endParaRPr lang="en-US" sz="1330" dirty="0"/>
          </a:p>
          <a:p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Nurse submits instrument requests.</a:t>
            </a:r>
            <a:endParaRPr lang="en-US" sz="1330" dirty="0"/>
          </a:p>
          <a:p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processes lifecycle stages.</a:t>
            </a:r>
            <a:endParaRPr lang="en-US" sz="1330" dirty="0"/>
          </a:p>
          <a:p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move through Requested, Collected, Cleaned, Sterilized, Packed, Delivered.</a:t>
            </a:r>
            <a:endParaRPr lang="en-US" sz="1330" dirty="0"/>
          </a:p>
          <a:p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Batches can be created and assigned to operators.</a:t>
            </a:r>
            <a:endParaRPr lang="en-US" sz="1330" dirty="0"/>
          </a:p>
          <a:p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shows shortage alerts.</a:t>
            </a:r>
            <a:endParaRPr lang="en-US" sz="1330" dirty="0"/>
          </a:p>
          <a:p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admin views reports and audit history.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6400800" y="1719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NON-FUNCTIONAL REQUIREMENTS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0" y="2029968"/>
            <a:ext cx="448056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role separation.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database updates.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UI for hospital workflow.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HTTP 500 errors during expected use.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Testable and maintainable Django codebase.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0" y="4663440"/>
            <a:ext cx="4389120" cy="676656"/>
          </a:xfrm>
          <a:prstGeom prst="roundRect">
            <a:avLst>
              <a:gd name="adj" fmla="val 10811"/>
            </a:avLst>
          </a:prstGeom>
          <a:solidFill>
            <a:srgbClr val="DFF8F1"/>
          </a:solidFill>
          <a:ln w="12700">
            <a:solidFill>
              <a:srgbClr val="B6EA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48646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theme: every feature supports traceability, accountability, or operational visibility.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and roles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Role-specific dashboards keep the workflow safe and understandable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user type sees only the actions needed for their part of the lifecycle.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48920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783080"/>
            <a:ext cx="73152" cy="135331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9476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Department Nurse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2286000"/>
            <a:ext cx="4562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requests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status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notifications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Confirms delivery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48920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783080"/>
            <a:ext cx="73152" cy="13533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9476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CSSD Technician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2286000"/>
            <a:ext cx="4562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Processes requests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stages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batches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shortage alerts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48920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657600"/>
            <a:ext cx="73152" cy="1353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82219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 Administrator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4160520"/>
            <a:ext cx="4562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daily reports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Searches audit history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 lifecycle records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63640" y="3657600"/>
            <a:ext cx="48920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3657600"/>
            <a:ext cx="73152" cy="135331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382219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Administrator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4808" y="4160520"/>
            <a:ext cx="4562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system-level access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administration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backend setup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3730752" y="553212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9352" y="558698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screenshot: login or role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Django application organized around roles, views, models, and templates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stays simple enough for a semester project while supporting real workflow behavior.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DFF8F1"/>
          </a:solidFill>
          <a:ln w="12700">
            <a:solidFill>
              <a:srgbClr val="BF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6712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5059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Nurse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450592" y="2267712"/>
            <a:ext cx="502920" cy="320040"/>
          </a:xfrm>
          <a:prstGeom prst="rightArrow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9659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DDF4FF"/>
          </a:solidFill>
          <a:ln w="12700">
            <a:solidFill>
              <a:srgbClr val="BF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216712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Django Views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245059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599432" y="2267712"/>
            <a:ext cx="502920" cy="320040"/>
          </a:xfrm>
          <a:prstGeom prst="rightArrow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9659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DFF8F1"/>
          </a:solidFill>
          <a:ln w="12700">
            <a:solidFill>
              <a:srgbClr val="BFD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16712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45059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Batches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885432" y="2267712"/>
            <a:ext cx="502920" cy="320040"/>
          </a:xfrm>
          <a:prstGeom prst="rightArrow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9659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DDF4FF"/>
          </a:solidFill>
          <a:ln w="12700">
            <a:solidFill>
              <a:srgbClr val="BFD8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16712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DB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245059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9125712" y="2267712"/>
            <a:ext cx="502920" cy="320040"/>
          </a:xfrm>
          <a:prstGeom prst="rightArrow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19659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DFF8F1"/>
          </a:solidFill>
          <a:ln w="12700">
            <a:solidFill>
              <a:srgbClr val="BFD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0" y="216712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Templates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0" y="245059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31520" y="3913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MODULES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1520" y="4224528"/>
            <a:ext cx="475488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and role routing</a:t>
            </a:r>
            <a:endParaRPr lang="en-US" sz="1280" dirty="0"/>
          </a:p>
          <a:p>
            <a:r>
              <a:rPr lang="en-US" sz="12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 request management</a:t>
            </a:r>
            <a:endParaRPr lang="en-US" sz="1280" dirty="0"/>
          </a:p>
          <a:p>
            <a:r>
              <a:rPr lang="en-US" sz="12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workflow transitions</a:t>
            </a:r>
            <a:endParaRPr lang="en-US" sz="1280" dirty="0"/>
          </a:p>
          <a:p>
            <a:r>
              <a:rPr lang="en-US" sz="12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Sterilization batch management</a:t>
            </a:r>
            <a:endParaRPr lang="en-US" sz="1280" dirty="0"/>
          </a:p>
          <a:p>
            <a:r>
              <a:rPr lang="en-US" sz="12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tracking and alerts</a:t>
            </a:r>
            <a:endParaRPr lang="en-US" sz="1280" dirty="0"/>
          </a:p>
          <a:p>
            <a:r>
              <a:rPr lang="en-US" sz="12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Notifications, reports, and audit history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6400800" y="3913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0" y="4224528"/>
            <a:ext cx="448056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Django backend</a:t>
            </a:r>
            <a:endParaRPr lang="en-US" sz="1280" dirty="0"/>
          </a:p>
          <a:p>
            <a:r>
              <a:rPr lang="en-US" sz="12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development database</a:t>
            </a:r>
            <a:endParaRPr lang="en-US" sz="1280" dirty="0"/>
          </a:p>
          <a:p>
            <a:r>
              <a:rPr lang="en-US" sz="12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Django templates, HTML, CSS, JavaScript</a:t>
            </a:r>
            <a:endParaRPr lang="en-US" sz="1280" dirty="0"/>
          </a:p>
          <a:p>
            <a:r>
              <a:rPr lang="en-US" sz="12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email-based user model</a:t>
            </a:r>
            <a:endParaRPr lang="en-US" sz="1280" dirty="0"/>
          </a:p>
          <a:p>
            <a:r>
              <a:rPr lang="en-US" sz="12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decorators and dashboard routing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controlled lifecycle from request to delivery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stage stores timestamps and operator information for traceability.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1572768" cy="713232"/>
          </a:xfrm>
          <a:prstGeom prst="chevron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8541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Requested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2560320" y="1965960"/>
            <a:ext cx="1572768" cy="7132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8541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Collected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965960"/>
            <a:ext cx="1572768" cy="7132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18541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1572768" cy="7132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8541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Sterilized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183880" y="1965960"/>
            <a:ext cx="1572768" cy="7132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18541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Packed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10058400" y="1965960"/>
            <a:ext cx="1572768" cy="713232"/>
          </a:xfrm>
          <a:prstGeom prst="chevron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0" y="218541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822960" y="3474720"/>
            <a:ext cx="502920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Nurse submits request.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CSSD staff collects instruments.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Instruments are cleaned.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Instruments are sterilized and linked to a batch.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Instruments are packed.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Nurse receives or marks final delivery.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Hospital admin can audit the full history.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6400800" y="3383280"/>
            <a:ext cx="4572000" cy="1783080"/>
          </a:xfrm>
          <a:prstGeom prst="roundRect">
            <a:avLst>
              <a:gd name="adj" fmla="val 4103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05536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screenshot: request detail or lifecycle timeline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incrementally through feature branches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feature added behavior, then tests, then integration into the shared development branch.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PROJ-4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828800" y="1837944"/>
            <a:ext cx="4754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7373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and role routing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31520" y="21762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PROJ-6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828800" y="2276856"/>
            <a:ext cx="4754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1762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nurse requests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31520" y="26151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PROJ-8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828800" y="2715768"/>
            <a:ext cx="4754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2615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Nurse and CSSD dashboards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31520" y="30540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PROJ-17-21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1828800" y="3154680"/>
            <a:ext cx="4754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30540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lifecycle transitions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31520" y="34930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PROJ-24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1828800" y="3593592"/>
            <a:ext cx="4754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34930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operator to batch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PROJ-27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828800" y="4032504"/>
            <a:ext cx="4754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9319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shortage alerts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31520" y="43708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PROJ-29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28800" y="4471416"/>
            <a:ext cx="4754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4370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completion time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31520" y="48097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PROJ-31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828800" y="4910328"/>
            <a:ext cx="4754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48097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history and hospital reports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7086600" y="1901952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086600" y="1901952"/>
            <a:ext cx="73152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87768" y="2066544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process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87768" y="2404872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one feature at a time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tests for each feature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completed branches into dev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conflicts and regressions before release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7086600" y="43434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458114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screenshot: GitHub PR / branch list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was checked at unit, integration, and system levels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focused on correctness, role enforcement, state transitions, and stability.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783080"/>
            <a:ext cx="73152" cy="1828800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4767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28254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methods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validation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status logic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 calculations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370832" y="178308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178308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94767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28254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and redirects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View/model/database behavior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creation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transitions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creation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28432" y="178308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28432" y="1783080"/>
            <a:ext cx="73152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94767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testing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2286000"/>
            <a:ext cx="28254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workflow in browser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localhost testing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verification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input stability checks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77240" y="4334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Latest verification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7365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0875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281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2240280" y="49286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passed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60520" y="47365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87.27%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6035040" y="4928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35240" y="4315968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470001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screenshot: pytest or coverage output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found and quality improvements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exposed the most important risks: permissions and data integrity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biggest lesson was to test from the wrong user's perspective.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7007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BUGS DISCOVERED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507492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logged-in user could trigger CSSD status changes.</a:t>
            </a:r>
            <a:endParaRPr lang="en-US" sz="1320" dirty="0"/>
          </a:p>
          <a:p>
            <a:r>
              <a:rPr lang="en-US" sz="13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could access CSSD request details without proper authorization.</a:t>
            </a:r>
            <a:endParaRPr lang="en-US" sz="1320" dirty="0"/>
          </a:p>
          <a:p>
            <a:r>
              <a:rPr lang="en-US" sz="13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Non-nurse users could confirm delivery.</a:t>
            </a:r>
            <a:endParaRPr lang="en-US" sz="1320" dirty="0"/>
          </a:p>
          <a:p>
            <a:r>
              <a:rPr lang="en-US" sz="13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quantities could incorrectly increase stock.</a:t>
            </a:r>
            <a:endParaRPr lang="en-US" sz="1320" dirty="0"/>
          </a:p>
          <a:p>
            <a:r>
              <a:rPr lang="en-US" sz="13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Nurse accounts could log in through the staff portal.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400800" y="17007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FIXES AND IMPROVEMENTS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429768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stricter role checks.</a:t>
            </a:r>
            <a:endParaRPr lang="en-US" sz="1380" dirty="0"/>
          </a:p>
          <a:p>
            <a:r>
              <a:rPr lang="en-US" sz="13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request ownership validation.</a:t>
            </a:r>
            <a:endParaRPr lang="en-US" sz="1380" dirty="0"/>
          </a:p>
          <a:p>
            <a:r>
              <a:rPr lang="en-US" sz="13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quantity validation.</a:t>
            </a:r>
            <a:endParaRPr lang="en-US" sz="1380" dirty="0"/>
          </a:p>
          <a:p>
            <a:r>
              <a:rPr lang="en-US" sz="13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CSSD-only endpoints.</a:t>
            </a:r>
            <a:endParaRPr lang="en-US" sz="1380" dirty="0"/>
          </a:p>
          <a:p>
            <a:r>
              <a:rPr lang="en-US" sz="13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tests to prevent regressions.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001268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510235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lesson: security and access control must be tested from the perspective of users who should not be allowed to perform the action.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1.0 focused on a stable demonstrable core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roadmap leaves clear optional enhancements for post-submission development.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856232"/>
            <a:ext cx="438912" cy="438912"/>
          </a:xfrm>
          <a:prstGeom prst="ellipse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8424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248716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and database design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1207008" y="2057400"/>
            <a:ext cx="960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4288" y="1856232"/>
            <a:ext cx="438912" cy="438912"/>
          </a:xfrm>
          <a:prstGeom prst="ellipse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198424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and roles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2779776" y="2057400"/>
            <a:ext cx="960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77056" y="1856232"/>
            <a:ext cx="438912" cy="438912"/>
          </a:xfrm>
          <a:prstGeom prst="ellipse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8424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12464" y="248716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Nurse request and CSSD modules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352544" y="2057400"/>
            <a:ext cx="960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9824" y="1856232"/>
            <a:ext cx="438912" cy="438912"/>
          </a:xfrm>
          <a:prstGeom prst="ellipse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198424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85232" y="248716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Sterilization workflow stages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5925312" y="2057400"/>
            <a:ext cx="960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2592" y="1856232"/>
            <a:ext cx="438912" cy="438912"/>
          </a:xfrm>
          <a:prstGeom prst="ellipse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198424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0" y="248716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 and monitoring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7498080" y="2057400"/>
            <a:ext cx="960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5360" y="185623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198424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430768" y="248716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testing and bug fixing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9070848" y="2057400"/>
            <a:ext cx="960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68128" y="185623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68128" y="198424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003536" y="248716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validation and submission</a:t>
            </a:r>
            <a:endParaRPr lang="en-US" sz="810" dirty="0"/>
          </a:p>
        </p:txBody>
      </p:sp>
      <p:sp>
        <p:nvSpPr>
          <p:cNvPr id="35" name="Text 33"/>
          <p:cNvSpPr/>
          <p:nvPr/>
        </p:nvSpPr>
        <p:spPr>
          <a:xfrm>
            <a:off x="822960" y="3840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1.1 / POST-SUBMISSION ENHANCEMENTS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2960" y="4169664"/>
            <a:ext cx="4754880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completion time</a:t>
            </a:r>
            <a:endParaRPr lang="en-US" sz="1270" dirty="0"/>
          </a:p>
          <a:p>
            <a:r>
              <a:rPr lang="en-US" sz="12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shortage alerts</a:t>
            </a:r>
            <a:endParaRPr lang="en-US" sz="1270" dirty="0"/>
          </a:p>
          <a:p>
            <a:r>
              <a:rPr lang="en-US" sz="12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sterilization reports</a:t>
            </a:r>
            <a:endParaRPr lang="en-US" sz="1270" dirty="0"/>
          </a:p>
          <a:p>
            <a:r>
              <a:rPr lang="en-US" sz="12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history search</a:t>
            </a:r>
            <a:endParaRPr lang="en-US" sz="1270" dirty="0"/>
          </a:p>
          <a:p>
            <a:r>
              <a:rPr lang="en-US" sz="12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Enhanced notifications</a:t>
            </a:r>
            <a:endParaRPr lang="en-US" sz="1270" dirty="0"/>
          </a:p>
          <a:p>
            <a:r>
              <a:rPr lang="en-US" sz="12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management roles</a:t>
            </a:r>
            <a:endParaRPr lang="en-US" sz="1270" dirty="0"/>
          </a:p>
        </p:txBody>
      </p:sp>
      <p:sp>
        <p:nvSpPr>
          <p:cNvPr id="37" name="Shape 35"/>
          <p:cNvSpPr/>
          <p:nvPr/>
        </p:nvSpPr>
        <p:spPr>
          <a:xfrm>
            <a:off x="6400800" y="3913632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3571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screenshot: release plan table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Challenges faced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hard parts were coordination, permissions, and state correctness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issues came from integrating separately built features into one real workflow.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" y="1874520"/>
            <a:ext cx="5303520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many feature branches and merge conflicts.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Keeping role permissions consistent across pages.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Connecting frontend templates with real Django data.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Handling state transitions without allowing invalid skips.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Maintaining test coverage while adding new features.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Balancing project scope with semester deadlines.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1901952"/>
            <a:ext cx="4160520" cy="2057400"/>
          </a:xfrm>
          <a:prstGeom prst="roundRect">
            <a:avLst>
              <a:gd name="adj" fmla="val 3556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2249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Specific challenge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48272" y="268833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EC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lifecycle workflow required careful validation because every status depends on the previous status.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4370832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456285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screenshot: conflict / PR / failing test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 learned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56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made software engineering practices visible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lessons came from role safety, integration testing, and scope control.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Management System | Team 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4663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874520"/>
            <a:ext cx="73152" cy="2606040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03911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lessons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2377440"/>
            <a:ext cx="433425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must be designed early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machines need clear rules and tests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tests catch issues unit tests miss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data makes demos easier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branches are easier to review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46520" y="1874520"/>
            <a:ext cx="4663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874520"/>
            <a:ext cx="73152" cy="2606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203911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and process lessons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47688" y="2377440"/>
            <a:ext cx="433425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control matters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helps handoff and debugging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should start before the final phase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core is better than many unfinished features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14400" y="5166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87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prototype to process: the project was not only about building screens, but about proving behavior with tests and controlled release steps.</a:t>
            </a:r>
            <a:endParaRPr lang="en-US" sz="14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384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83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outcome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C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system turns a manual CSSD workflow into a traceable, role-based, and tested digital process.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83B5A"/>
          </a:solidFill>
          <a:ln w="12700">
            <a:solidFill>
              <a:srgbClr val="2D5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5750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Nurse request portal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251960" y="274320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83B5A"/>
          </a:solidFill>
          <a:ln w="12700">
            <a:solidFill>
              <a:srgbClr val="2D5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85750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CSSD workflow dashboard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772400" y="274320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83B5A"/>
          </a:solidFill>
          <a:ln w="12700">
            <a:solidFill>
              <a:srgbClr val="2D5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285750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lifecycle tracking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31520" y="3401568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83B5A"/>
          </a:solidFill>
          <a:ln w="12700">
            <a:solidFill>
              <a:srgbClr val="2D5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1586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alerts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251960" y="3401568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83B5A"/>
          </a:solidFill>
          <a:ln w="12700">
            <a:solidFill>
              <a:srgbClr val="2D5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351586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operator assignment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772400" y="3401568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83B5A"/>
          </a:solidFill>
          <a:ln w="12700">
            <a:solidFill>
              <a:srgbClr val="2D5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351586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31520" y="4059936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83B5A"/>
          </a:solidFill>
          <a:ln w="12700">
            <a:solidFill>
              <a:srgbClr val="2D5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74236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reports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251960" y="4059936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83B5A"/>
          </a:solidFill>
          <a:ln w="12700">
            <a:solidFill>
              <a:srgbClr val="2D5B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4174236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audit history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772400" y="4059936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83B5A"/>
          </a:solidFill>
          <a:ln w="12700">
            <a:solidFill>
              <a:srgbClr val="2D5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4174236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tests and coverage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76656" y="57972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7726680" y="804672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13167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final screenshot: best app view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Software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CSSD Management System</dc:title>
  <dc:subject>CSSD Management System project journey</dc:subject>
  <dc:creator>Team 5</dc:creator>
  <cp:lastModifiedBy>Team 5</cp:lastModifiedBy>
  <cp:revision>1</cp:revision>
  <dcterms:created xsi:type="dcterms:W3CDTF">2026-05-13T18:48:44Z</dcterms:created>
  <dcterms:modified xsi:type="dcterms:W3CDTF">2026-05-13T18:48:44Z</dcterms:modified>
</cp:coreProperties>
</file>